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596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BCC4-EC08-4FEC-83CF-BE5160283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32BDC2-3BE1-43DB-965E-1A7A8FA49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AE8C2-7126-40D9-B73C-0988DA1D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6210-0126-4FD4-831A-72F141574F3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BA7A-7540-4DF4-A1B8-465852B08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5F8A5-1AB5-4E71-93BA-4D2A83C83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3C9C4-0564-40CD-A984-7F135465A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1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951FE-771E-4E5A-86DB-DD3B5DEC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452BE-75FC-4466-A92A-C30D9414E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2A2C5-287F-40BB-9098-2FE349738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6210-0126-4FD4-831A-72F141574F3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40180-AD66-4DAE-B3C0-9F42ED6DA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CDA60-4D35-41E0-A641-9C791CA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3C9C4-0564-40CD-A984-7F135465A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67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B218-BDA0-456A-AF8C-56BC83D28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DCE6E-CA5E-4881-899E-1D5417DD8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2B951-79FF-457F-9E13-BF370A3E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6210-0126-4FD4-831A-72F141574F3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0835B-4341-4657-8A07-CCE0506B0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BE2B3-43B2-45F4-BD84-9D0D363DF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3C9C4-0564-40CD-A984-7F135465A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5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AF48-71E5-4C5F-80B5-26E9FEF42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CFD5D-8498-4EDB-94FB-180E21CE9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ED270-B4DA-4F44-ACE1-97B714F4B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235D9-341D-4DB5-BFD5-75659588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6210-0126-4FD4-831A-72F141574F3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96A73-C15E-449D-B4BB-D570CAC01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EEAE8-E704-4681-A679-FD2C7B2A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3C9C4-0564-40CD-A984-7F135465A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28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EF27D-C4F3-4448-9021-B480F161A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D3B92-DECB-4B27-898B-F9314C6C1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463BC-FB5F-4498-AB68-201BE984E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9506E-1920-4D3C-8654-4137337FA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AB120D-E055-4FB7-9068-54AFED67D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FC76B4-2B7C-4948-AE84-BF41DDF0B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6210-0126-4FD4-831A-72F141574F3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59D946-8F9C-40A2-9BBD-F641EE529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CED3DA-576A-4D6D-B2FB-E12669869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3C9C4-0564-40CD-A984-7F135465A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50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476C-01A2-4083-96EE-8C62EB613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121D6A-EA39-4529-B9EC-7CF08161B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6210-0126-4FD4-831A-72F141574F3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E3682-34E5-4423-82CF-FE53F702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6A7A7-D9B2-412C-BF30-41D822032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3C9C4-0564-40CD-A984-7F135465A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4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E315D-CE1C-49CA-9BA7-F94B74A8F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6210-0126-4FD4-831A-72F141574F3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1540BE-78FD-4E11-AB5E-B2F49B099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388C6-C8E1-46C2-9880-50512043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3C9C4-0564-40CD-A984-7F135465A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29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C2514-4A3A-48A7-B8F1-EE216054B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D8B1F-8A79-48B6-BFD6-E5F3C8E6C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783E1-12EB-4CF5-9807-A744F1AEA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B8472-7731-4437-840E-E7B7754A9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6210-0126-4FD4-831A-72F141574F3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40D1A-3CAD-40E3-BD07-78E12009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62B57-4176-4727-81A9-B67BD4A2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3C9C4-0564-40CD-A984-7F135465A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31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24A07-85C0-4723-B976-96831F1A7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652EA6-EA9D-49E1-8369-881D657C8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F7A05-D5EE-4321-AFE2-BF9265E47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76DEB-A82E-4D35-906E-C7967808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6210-0126-4FD4-831A-72F141574F3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3532B-AF87-4B21-8A5C-F08589352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34EF0-8E6B-46E4-A066-96DA18B9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3C9C4-0564-40CD-A984-7F135465A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12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B5AE-66B7-473F-8BE9-6DB8BF72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A1886-61F4-459C-A084-A5313F407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821B8-4590-4F87-8D64-B67BC23CE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6210-0126-4FD4-831A-72F141574F3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57F12-82E6-4BE9-95F1-29B26611C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F1DDF-FD37-4F09-A29A-E7277786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3C9C4-0564-40CD-A984-7F135465A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0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65E243-0990-42AC-ADD9-7CA202543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BF0B0-6119-48AC-BDCF-7C95EA970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1F8E8-D9BA-4837-8D22-0A71BDDF7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A6210-0126-4FD4-831A-72F141574F3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B1C38-918A-498B-976F-2DAA5237A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3D130-C7B9-486C-85B9-B78FFFD7C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3C9C4-0564-40CD-A984-7F135465A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8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EC04C1-3B44-4600-AE47-4D281293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28238-FF0A-42C5-9561-5140959C6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D07D9-7FF1-4DA0-9AA3-18E9F10FF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A6210-0126-4FD4-831A-72F141574F32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BB7EB-588D-466E-9BF4-1AC6BFFE8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53AD9-D68C-4504-91BD-DD2E8E328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3C9C4-0564-40CD-A984-7F135465A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583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F63AD042-1884-45B6-866E-ABB386969DE2}"/>
              </a:ext>
            </a:extLst>
          </p:cNvPr>
          <p:cNvSpPr/>
          <p:nvPr/>
        </p:nvSpPr>
        <p:spPr>
          <a:xfrm>
            <a:off x="5302250" y="190500"/>
            <a:ext cx="1587500" cy="5080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8" name="Flowchart: Data 7">
            <a:extLst>
              <a:ext uri="{FF2B5EF4-FFF2-40B4-BE49-F238E27FC236}">
                <a16:creationId xmlns:a16="http://schemas.microsoft.com/office/drawing/2014/main" id="{C0616C33-5919-435F-9AD9-6D0E1EB07A2A}"/>
              </a:ext>
            </a:extLst>
          </p:cNvPr>
          <p:cNvSpPr/>
          <p:nvPr/>
        </p:nvSpPr>
        <p:spPr>
          <a:xfrm>
            <a:off x="4821237" y="1079500"/>
            <a:ext cx="2455863" cy="50800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QUESTION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104EA667-51A3-42D6-9D54-236D24A14ADB}"/>
              </a:ext>
            </a:extLst>
          </p:cNvPr>
          <p:cNvSpPr/>
          <p:nvPr/>
        </p:nvSpPr>
        <p:spPr>
          <a:xfrm>
            <a:off x="4821237" y="1968500"/>
            <a:ext cx="2396332" cy="5969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CLEAN &amp; ANALYZE TEXT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0F961209-C961-4E0D-918A-4A155A80CC03}"/>
              </a:ext>
            </a:extLst>
          </p:cNvPr>
          <p:cNvSpPr/>
          <p:nvPr/>
        </p:nvSpPr>
        <p:spPr>
          <a:xfrm>
            <a:off x="4821237" y="2909503"/>
            <a:ext cx="2396332" cy="5969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CLASSIFY USER INTENT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4DD0A20E-A3C3-4C02-8D8E-2EB6086B72B0}"/>
              </a:ext>
            </a:extLst>
          </p:cNvPr>
          <p:cNvSpPr/>
          <p:nvPr/>
        </p:nvSpPr>
        <p:spPr>
          <a:xfrm>
            <a:off x="4983309" y="3887403"/>
            <a:ext cx="2185592" cy="81280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FOUND MATCH?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47F5CE1E-DB4B-47C9-B64D-182777C00E0A}"/>
              </a:ext>
            </a:extLst>
          </p:cNvPr>
          <p:cNvSpPr/>
          <p:nvPr/>
        </p:nvSpPr>
        <p:spPr>
          <a:xfrm>
            <a:off x="4821237" y="5092967"/>
            <a:ext cx="2455863" cy="508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COMPOSE SPECIFIC RESPONSE</a:t>
            </a:r>
          </a:p>
        </p:txBody>
      </p:sp>
      <p:sp>
        <p:nvSpPr>
          <p:cNvPr id="13" name="Flowchart: Data 12">
            <a:extLst>
              <a:ext uri="{FF2B5EF4-FFF2-40B4-BE49-F238E27FC236}">
                <a16:creationId xmlns:a16="http://schemas.microsoft.com/office/drawing/2014/main" id="{3C7CF7BA-E26A-4D0D-AE81-2B240DB806E1}"/>
              </a:ext>
            </a:extLst>
          </p:cNvPr>
          <p:cNvSpPr/>
          <p:nvPr/>
        </p:nvSpPr>
        <p:spPr>
          <a:xfrm>
            <a:off x="4791471" y="5981967"/>
            <a:ext cx="2455863" cy="50800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RESPONSE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DCE5EC76-F5AB-4BE0-A335-7771A90C9F65}"/>
              </a:ext>
            </a:extLst>
          </p:cNvPr>
          <p:cNvSpPr/>
          <p:nvPr/>
        </p:nvSpPr>
        <p:spPr>
          <a:xfrm>
            <a:off x="8331200" y="4984282"/>
            <a:ext cx="2455863" cy="5080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COMPOSE DEFAULT RESPONSE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B4163FA9-8187-4682-A9A2-6D223D32040A}"/>
              </a:ext>
            </a:extLst>
          </p:cNvPr>
          <p:cNvSpPr/>
          <p:nvPr/>
        </p:nvSpPr>
        <p:spPr>
          <a:xfrm>
            <a:off x="8331200" y="1968500"/>
            <a:ext cx="2455863" cy="59690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GEMINI 2.5 FLASH API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B92EC3-AA1E-4DD3-8B00-F29A92692A75}"/>
              </a:ext>
            </a:extLst>
          </p:cNvPr>
          <p:cNvCxnSpPr>
            <a:stCxn id="7" idx="2"/>
          </p:cNvCxnSpPr>
          <p:nvPr/>
        </p:nvCxnSpPr>
        <p:spPr>
          <a:xfrm>
            <a:off x="6096000" y="6985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F387E53-A90F-4E4C-89A0-407B90E1813C}"/>
              </a:ext>
            </a:extLst>
          </p:cNvPr>
          <p:cNvCxnSpPr/>
          <p:nvPr/>
        </p:nvCxnSpPr>
        <p:spPr>
          <a:xfrm>
            <a:off x="6096000" y="15875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546A8A5-7C96-4860-B85A-C313410793F6}"/>
              </a:ext>
            </a:extLst>
          </p:cNvPr>
          <p:cNvCxnSpPr/>
          <p:nvPr/>
        </p:nvCxnSpPr>
        <p:spPr>
          <a:xfrm>
            <a:off x="6087979" y="25654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0138263-BFAD-448A-9BB4-7AB1C25B9735}"/>
              </a:ext>
            </a:extLst>
          </p:cNvPr>
          <p:cNvCxnSpPr/>
          <p:nvPr/>
        </p:nvCxnSpPr>
        <p:spPr>
          <a:xfrm>
            <a:off x="6087979" y="3506403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1945005-BF03-4851-B244-40D9D1BE6FE0}"/>
              </a:ext>
            </a:extLst>
          </p:cNvPr>
          <p:cNvCxnSpPr/>
          <p:nvPr/>
        </p:nvCxnSpPr>
        <p:spPr>
          <a:xfrm>
            <a:off x="6076105" y="4700203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7E31A29-A333-4DA5-9B84-AD2CD635D980}"/>
              </a:ext>
            </a:extLst>
          </p:cNvPr>
          <p:cNvCxnSpPr/>
          <p:nvPr/>
        </p:nvCxnSpPr>
        <p:spPr>
          <a:xfrm>
            <a:off x="6107229" y="5600967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BDD2366-1C91-4C63-B58C-28F68A0D1BB7}"/>
              </a:ext>
            </a:extLst>
          </p:cNvPr>
          <p:cNvCxnSpPr>
            <a:cxnSpLocks/>
          </p:cNvCxnSpPr>
          <p:nvPr/>
        </p:nvCxnSpPr>
        <p:spPr>
          <a:xfrm flipH="1">
            <a:off x="4158114" y="6235967"/>
            <a:ext cx="8577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EF5130-EBEC-4732-8BBF-20769C26533C}"/>
              </a:ext>
            </a:extLst>
          </p:cNvPr>
          <p:cNvCxnSpPr>
            <a:cxnSpLocks/>
            <a:endCxn id="9" idx="3"/>
          </p:cNvCxnSpPr>
          <p:nvPr/>
        </p:nvCxnSpPr>
        <p:spPr>
          <a:xfrm flipH="1" flipV="1">
            <a:off x="7217569" y="2266950"/>
            <a:ext cx="1113632" cy="3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4885D471-A0FD-44C3-9280-70EA3616A47F}"/>
              </a:ext>
            </a:extLst>
          </p:cNvPr>
          <p:cNvCxnSpPr>
            <a:cxnSpLocks/>
            <a:stCxn id="11" idx="3"/>
            <a:endCxn id="14" idx="0"/>
          </p:cNvCxnSpPr>
          <p:nvPr/>
        </p:nvCxnSpPr>
        <p:spPr>
          <a:xfrm>
            <a:off x="7168901" y="4293803"/>
            <a:ext cx="2390231" cy="690479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DC24121-1A86-48F3-B75C-8A5B61D409BD}"/>
              </a:ext>
            </a:extLst>
          </p:cNvPr>
          <p:cNvCxnSpPr>
            <a:stCxn id="11" idx="3"/>
            <a:endCxn id="14" idx="0"/>
          </p:cNvCxnSpPr>
          <p:nvPr/>
        </p:nvCxnSpPr>
        <p:spPr>
          <a:xfrm>
            <a:off x="7168901" y="4293803"/>
            <a:ext cx="2390231" cy="6904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E7FEA50-7E81-40B9-ABB6-4568260F2D91}"/>
              </a:ext>
            </a:extLst>
          </p:cNvPr>
          <p:cNvSpPr txBox="1"/>
          <p:nvPr/>
        </p:nvSpPr>
        <p:spPr>
          <a:xfrm flipH="1">
            <a:off x="7217569" y="3998361"/>
            <a:ext cx="5414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A1D3F499-3AA2-4C8C-B577-8342DDA9603C}"/>
              </a:ext>
            </a:extLst>
          </p:cNvPr>
          <p:cNvCxnSpPr>
            <a:stCxn id="14" idx="2"/>
          </p:cNvCxnSpPr>
          <p:nvPr/>
        </p:nvCxnSpPr>
        <p:spPr>
          <a:xfrm rot="5400000">
            <a:off x="7683589" y="3915923"/>
            <a:ext cx="299185" cy="34519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CB4B796-1562-4AEA-8CF7-CCA8CB3099C1}"/>
              </a:ext>
            </a:extLst>
          </p:cNvPr>
          <p:cNvSpPr txBox="1"/>
          <p:nvPr/>
        </p:nvSpPr>
        <p:spPr>
          <a:xfrm flipH="1">
            <a:off x="5659371" y="4719822"/>
            <a:ext cx="6549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YES</a:t>
            </a:r>
          </a:p>
        </p:txBody>
      </p:sp>
      <p:sp>
        <p:nvSpPr>
          <p:cNvPr id="42" name="Flowchart: Terminator 41">
            <a:extLst>
              <a:ext uri="{FF2B5EF4-FFF2-40B4-BE49-F238E27FC236}">
                <a16:creationId xmlns:a16="http://schemas.microsoft.com/office/drawing/2014/main" id="{0931D87D-CC07-43BD-933C-CB24EA4A3CA0}"/>
              </a:ext>
            </a:extLst>
          </p:cNvPr>
          <p:cNvSpPr/>
          <p:nvPr/>
        </p:nvSpPr>
        <p:spPr>
          <a:xfrm>
            <a:off x="2897190" y="5981993"/>
            <a:ext cx="1251285" cy="50797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254054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28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</dc:creator>
  <cp:lastModifiedBy>Hello</cp:lastModifiedBy>
  <cp:revision>4</cp:revision>
  <dcterms:created xsi:type="dcterms:W3CDTF">2026-07-08T15:16:52Z</dcterms:created>
  <dcterms:modified xsi:type="dcterms:W3CDTF">2026-07-08T15:36:39Z</dcterms:modified>
</cp:coreProperties>
</file>