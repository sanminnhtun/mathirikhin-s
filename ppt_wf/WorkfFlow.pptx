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901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683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038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447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432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6317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666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06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0736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2110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6469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1890F-EFB1-42B9-874A-52440E7D3612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DA4BD-9AC2-4EFC-9A35-E8BF20F538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472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140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 5"/>
          <p:cNvSpPr/>
          <p:nvPr/>
        </p:nvSpPr>
        <p:spPr>
          <a:xfrm>
            <a:off x="145771" y="2498637"/>
            <a:ext cx="1046923" cy="1932517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th-TH" sz="1600" b="1" dirty="0">
              <a:latin typeface="Times New Roman" panose="02020603050405020304" pitchFamily="18" charset="0"/>
            </a:endParaRPr>
          </a:p>
        </p:txBody>
      </p:sp>
      <p:sp>
        <p:nvSpPr>
          <p:cNvPr id="22" name="Flowchart: Decision 21"/>
          <p:cNvSpPr/>
          <p:nvPr/>
        </p:nvSpPr>
        <p:spPr>
          <a:xfrm>
            <a:off x="8594049" y="3323372"/>
            <a:ext cx="2014322" cy="863694"/>
          </a:xfrm>
          <a:prstGeom prst="flowChartDecisio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</a:rPr>
              <a:t>Check  for Emergency?</a:t>
            </a:r>
            <a:endParaRPr lang="th-TH" sz="1200" b="1" dirty="0">
              <a:latin typeface="Times New Roman" panose="02020603050405020304" pitchFamily="18" charset="0"/>
            </a:endParaRPr>
          </a:p>
        </p:txBody>
      </p:sp>
      <p:sp>
        <p:nvSpPr>
          <p:cNvPr id="24" name="Flowchart: Process 23"/>
          <p:cNvSpPr/>
          <p:nvPr/>
        </p:nvSpPr>
        <p:spPr>
          <a:xfrm>
            <a:off x="7169382" y="3267478"/>
            <a:ext cx="1166314" cy="965766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Generate Differential Diagnoses JSON</a:t>
            </a:r>
          </a:p>
        </p:txBody>
      </p:sp>
      <p:sp>
        <p:nvSpPr>
          <p:cNvPr id="25" name="Flowchart: Process 24"/>
          <p:cNvSpPr/>
          <p:nvPr/>
        </p:nvSpPr>
        <p:spPr>
          <a:xfrm>
            <a:off x="8766051" y="4384768"/>
            <a:ext cx="1683020" cy="64966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Gemini 2.5 Flash Processing</a:t>
            </a:r>
            <a:endParaRPr lang="th-TH" sz="1400" b="1" dirty="0"/>
          </a:p>
        </p:txBody>
      </p:sp>
      <p:sp>
        <p:nvSpPr>
          <p:cNvPr id="26" name="Flowchart: Process 25"/>
          <p:cNvSpPr/>
          <p:nvPr/>
        </p:nvSpPr>
        <p:spPr>
          <a:xfrm>
            <a:off x="8431707" y="2468190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Compile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Conversation History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27" name="Flowchart: Process 26"/>
          <p:cNvSpPr/>
          <p:nvPr/>
        </p:nvSpPr>
        <p:spPr>
          <a:xfrm>
            <a:off x="8431707" y="1577611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3.Conversational Chatbot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28" name="Flowchart: Process 27"/>
          <p:cNvSpPr/>
          <p:nvPr/>
        </p:nvSpPr>
        <p:spPr>
          <a:xfrm>
            <a:off x="4399729" y="5373643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Display Urgency &amp;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Recommendations Dashboard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29" name="Flowchart: Process 28"/>
          <p:cNvSpPr/>
          <p:nvPr/>
        </p:nvSpPr>
        <p:spPr>
          <a:xfrm>
            <a:off x="4399729" y="4342877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Log Activity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0" name="Flowchart: Process 29"/>
          <p:cNvSpPr/>
          <p:nvPr/>
        </p:nvSpPr>
        <p:spPr>
          <a:xfrm>
            <a:off x="4366593" y="3435102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Gemini 2.5 Flash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Processing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1" name="Flowchart: Process 30"/>
          <p:cNvSpPr/>
          <p:nvPr/>
        </p:nvSpPr>
        <p:spPr>
          <a:xfrm>
            <a:off x="4366593" y="2478863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Analyze with AI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2" name="Flowchart: Process 31"/>
          <p:cNvSpPr/>
          <p:nvPr/>
        </p:nvSpPr>
        <p:spPr>
          <a:xfrm>
            <a:off x="4373219" y="1608775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</a:rPr>
              <a:t>2.AI Symptom Analyzer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3" name="Flowchart: Process 32"/>
          <p:cNvSpPr/>
          <p:nvPr/>
        </p:nvSpPr>
        <p:spPr>
          <a:xfrm>
            <a:off x="4502427" y="701515"/>
            <a:ext cx="2054087" cy="337450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4" name="Flowchart: Process 33"/>
          <p:cNvSpPr/>
          <p:nvPr/>
        </p:nvSpPr>
        <p:spPr>
          <a:xfrm>
            <a:off x="1788914" y="5356061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Trend Charts/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Score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5" name="Flowchart: Process 34"/>
          <p:cNvSpPr/>
          <p:nvPr/>
        </p:nvSpPr>
        <p:spPr>
          <a:xfrm>
            <a:off x="1788914" y="4342877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4.Generate AI Health Insights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6" name="Flowchart: Process 35"/>
          <p:cNvSpPr/>
          <p:nvPr/>
        </p:nvSpPr>
        <p:spPr>
          <a:xfrm>
            <a:off x="1772479" y="2498637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Vitals Reading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7" name="Flowchart: Process 36"/>
          <p:cNvSpPr/>
          <p:nvPr/>
        </p:nvSpPr>
        <p:spPr>
          <a:xfrm>
            <a:off x="1775792" y="1577611"/>
            <a:ext cx="2339008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1.Vitals Data Input</a:t>
            </a:r>
            <a:endParaRPr lang="th-TH" sz="1400" b="1" dirty="0">
              <a:latin typeface="Times New Roman" panose="02020603050405020304" pitchFamily="18" charset="0"/>
            </a:endParaRPr>
          </a:p>
        </p:txBody>
      </p:sp>
      <p:sp>
        <p:nvSpPr>
          <p:cNvPr id="38" name="Flowchart: Process 37"/>
          <p:cNvSpPr/>
          <p:nvPr/>
        </p:nvSpPr>
        <p:spPr>
          <a:xfrm>
            <a:off x="8766051" y="5232137"/>
            <a:ext cx="1683021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Render Markdown Responses</a:t>
            </a:r>
            <a:endParaRPr lang="th-TH" sz="1400" b="1" dirty="0"/>
          </a:p>
        </p:txBody>
      </p:sp>
      <p:sp>
        <p:nvSpPr>
          <p:cNvPr id="39" name="Flowchart: Process 38"/>
          <p:cNvSpPr/>
          <p:nvPr/>
        </p:nvSpPr>
        <p:spPr>
          <a:xfrm>
            <a:off x="8759700" y="6163012"/>
            <a:ext cx="1683021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View Activity Feed</a:t>
            </a:r>
            <a:endParaRPr lang="th-TH" sz="1400" b="1" dirty="0"/>
          </a:p>
        </p:txBody>
      </p:sp>
      <p:sp>
        <p:nvSpPr>
          <p:cNvPr id="40" name="Flowchart: Process 39"/>
          <p:cNvSpPr/>
          <p:nvPr/>
        </p:nvSpPr>
        <p:spPr>
          <a:xfrm>
            <a:off x="10992685" y="3986002"/>
            <a:ext cx="1166191" cy="630519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Display Emergency alert</a:t>
            </a:r>
            <a:endParaRPr lang="th-TH" sz="1400" b="1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82E5926-678C-D0E2-E8D7-BAE0DB9D3FAE}"/>
              </a:ext>
            </a:extLst>
          </p:cNvPr>
          <p:cNvSpPr/>
          <p:nvPr/>
        </p:nvSpPr>
        <p:spPr>
          <a:xfrm>
            <a:off x="5024492" y="12792"/>
            <a:ext cx="1023210" cy="415605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82E5926-678C-D0E2-E8D7-BAE0DB9D3FAE}"/>
              </a:ext>
            </a:extLst>
          </p:cNvPr>
          <p:cNvSpPr/>
          <p:nvPr/>
        </p:nvSpPr>
        <p:spPr>
          <a:xfrm>
            <a:off x="5057628" y="6271793"/>
            <a:ext cx="1023210" cy="41560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44" name="Straight Arrow Connector 43"/>
          <p:cNvCxnSpPr>
            <a:stCxn id="41" idx="4"/>
            <a:endCxn id="33" idx="0"/>
          </p:cNvCxnSpPr>
          <p:nvPr/>
        </p:nvCxnSpPr>
        <p:spPr>
          <a:xfrm flipH="1">
            <a:off x="5529471" y="428397"/>
            <a:ext cx="6626" cy="273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3" idx="2"/>
            <a:endCxn id="32" idx="0"/>
          </p:cNvCxnSpPr>
          <p:nvPr/>
        </p:nvCxnSpPr>
        <p:spPr>
          <a:xfrm>
            <a:off x="5529471" y="1038965"/>
            <a:ext cx="13252" cy="569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30" idx="0"/>
          </p:cNvCxnSpPr>
          <p:nvPr/>
        </p:nvCxnSpPr>
        <p:spPr>
          <a:xfrm>
            <a:off x="5529471" y="3109381"/>
            <a:ext cx="6626" cy="325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31" idx="0"/>
          </p:cNvCxnSpPr>
          <p:nvPr/>
        </p:nvCxnSpPr>
        <p:spPr>
          <a:xfrm flipH="1">
            <a:off x="5536097" y="2264101"/>
            <a:ext cx="6626" cy="2147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29" idx="2"/>
            <a:endCxn id="28" idx="0"/>
          </p:cNvCxnSpPr>
          <p:nvPr/>
        </p:nvCxnSpPr>
        <p:spPr>
          <a:xfrm>
            <a:off x="5569233" y="4973396"/>
            <a:ext cx="0" cy="400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30" idx="2"/>
          </p:cNvCxnSpPr>
          <p:nvPr/>
        </p:nvCxnSpPr>
        <p:spPr>
          <a:xfrm flipH="1">
            <a:off x="5529471" y="4065621"/>
            <a:ext cx="6626" cy="267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85"/>
          <p:cNvCxnSpPr>
            <a:stCxn id="37" idx="0"/>
            <a:endCxn id="27" idx="0"/>
          </p:cNvCxnSpPr>
          <p:nvPr/>
        </p:nvCxnSpPr>
        <p:spPr>
          <a:xfrm rot="5400000" flipH="1" flipV="1">
            <a:off x="6273253" y="-1750346"/>
            <a:ext cx="12700" cy="6655915"/>
          </a:xfrm>
          <a:prstGeom prst="bentConnector3">
            <a:avLst>
              <a:gd name="adj1" fmla="val 2739134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8" idx="2"/>
            <a:endCxn id="42" idx="0"/>
          </p:cNvCxnSpPr>
          <p:nvPr/>
        </p:nvCxnSpPr>
        <p:spPr>
          <a:xfrm>
            <a:off x="5569233" y="6004162"/>
            <a:ext cx="0" cy="267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27" idx="2"/>
            <a:endCxn id="26" idx="0"/>
          </p:cNvCxnSpPr>
          <p:nvPr/>
        </p:nvCxnSpPr>
        <p:spPr>
          <a:xfrm>
            <a:off x="9601211" y="2208130"/>
            <a:ext cx="0" cy="260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26" idx="2"/>
            <a:endCxn id="22" idx="0"/>
          </p:cNvCxnSpPr>
          <p:nvPr/>
        </p:nvCxnSpPr>
        <p:spPr>
          <a:xfrm flipH="1">
            <a:off x="9601210" y="3098709"/>
            <a:ext cx="1" cy="2246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Elbow Connector 109"/>
          <p:cNvCxnSpPr>
            <a:stCxn id="22" idx="3"/>
            <a:endCxn id="40" idx="0"/>
          </p:cNvCxnSpPr>
          <p:nvPr/>
        </p:nvCxnSpPr>
        <p:spPr>
          <a:xfrm>
            <a:off x="10608371" y="3755219"/>
            <a:ext cx="967410" cy="2307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24" idx="3"/>
            <a:endCxn id="22" idx="1"/>
          </p:cNvCxnSpPr>
          <p:nvPr/>
        </p:nvCxnSpPr>
        <p:spPr>
          <a:xfrm>
            <a:off x="8335696" y="3750361"/>
            <a:ext cx="258353" cy="4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30" idx="3"/>
            <a:endCxn id="24" idx="1"/>
          </p:cNvCxnSpPr>
          <p:nvPr/>
        </p:nvCxnSpPr>
        <p:spPr>
          <a:xfrm flipV="1">
            <a:off x="6705601" y="3750361"/>
            <a:ext cx="46378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22" idx="2"/>
            <a:endCxn id="25" idx="0"/>
          </p:cNvCxnSpPr>
          <p:nvPr/>
        </p:nvCxnSpPr>
        <p:spPr>
          <a:xfrm>
            <a:off x="9601210" y="4187066"/>
            <a:ext cx="6351" cy="197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29" idx="1"/>
            <a:endCxn id="35" idx="3"/>
          </p:cNvCxnSpPr>
          <p:nvPr/>
        </p:nvCxnSpPr>
        <p:spPr>
          <a:xfrm flipH="1">
            <a:off x="4127922" y="4658137"/>
            <a:ext cx="2718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Elbow Connector 149"/>
          <p:cNvCxnSpPr>
            <a:stCxn id="37" idx="1"/>
            <a:endCxn id="35" idx="1"/>
          </p:cNvCxnSpPr>
          <p:nvPr/>
        </p:nvCxnSpPr>
        <p:spPr>
          <a:xfrm rot="10800000" flipH="1" flipV="1">
            <a:off x="1775792" y="1892871"/>
            <a:ext cx="13122" cy="2765266"/>
          </a:xfrm>
          <a:prstGeom prst="bentConnector3">
            <a:avLst>
              <a:gd name="adj1" fmla="val -174211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36" idx="1"/>
          </p:cNvCxnSpPr>
          <p:nvPr/>
        </p:nvCxnSpPr>
        <p:spPr>
          <a:xfrm>
            <a:off x="1192694" y="2813896"/>
            <a:ext cx="5797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 flipH="1">
            <a:off x="1192694" y="3272242"/>
            <a:ext cx="3843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Elbow Connector 158"/>
          <p:cNvCxnSpPr>
            <a:endCxn id="35" idx="0"/>
          </p:cNvCxnSpPr>
          <p:nvPr/>
        </p:nvCxnSpPr>
        <p:spPr>
          <a:xfrm>
            <a:off x="1192694" y="3986002"/>
            <a:ext cx="1765724" cy="3568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>
            <a:stCxn id="35" idx="2"/>
            <a:endCxn id="34" idx="0"/>
          </p:cNvCxnSpPr>
          <p:nvPr/>
        </p:nvCxnSpPr>
        <p:spPr>
          <a:xfrm>
            <a:off x="2958418" y="4973396"/>
            <a:ext cx="0" cy="382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Elbow Connector 165"/>
          <p:cNvCxnSpPr>
            <a:stCxn id="42" idx="2"/>
            <a:endCxn id="6" idx="3"/>
          </p:cNvCxnSpPr>
          <p:nvPr/>
        </p:nvCxnSpPr>
        <p:spPr>
          <a:xfrm rot="10800000">
            <a:off x="669234" y="4431154"/>
            <a:ext cx="4388395" cy="204844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39" idx="1"/>
            <a:endCxn id="42" idx="6"/>
          </p:cNvCxnSpPr>
          <p:nvPr/>
        </p:nvCxnSpPr>
        <p:spPr>
          <a:xfrm flipH="1">
            <a:off x="6080838" y="6478272"/>
            <a:ext cx="2678862" cy="1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25" idx="2"/>
            <a:endCxn id="38" idx="0"/>
          </p:cNvCxnSpPr>
          <p:nvPr/>
        </p:nvCxnSpPr>
        <p:spPr>
          <a:xfrm>
            <a:off x="9607561" y="5034435"/>
            <a:ext cx="1" cy="197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>
            <a:stCxn id="38" idx="2"/>
            <a:endCxn id="39" idx="0"/>
          </p:cNvCxnSpPr>
          <p:nvPr/>
        </p:nvCxnSpPr>
        <p:spPr>
          <a:xfrm flipH="1">
            <a:off x="9601211" y="5862656"/>
            <a:ext cx="6351" cy="3003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89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72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Angsana New</vt:lpstr>
      <vt:lpstr>Arial</vt:lpstr>
      <vt:lpstr>Calibri</vt:lpstr>
      <vt:lpstr>Calibri Light</vt:lpstr>
      <vt:lpstr>Cordia New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Hello</cp:lastModifiedBy>
  <cp:revision>9</cp:revision>
  <dcterms:created xsi:type="dcterms:W3CDTF">2026-07-08T13:52:30Z</dcterms:created>
  <dcterms:modified xsi:type="dcterms:W3CDTF">2026-07-08T15:07:36Z</dcterms:modified>
</cp:coreProperties>
</file>